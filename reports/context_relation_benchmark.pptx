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1cfec450dc48ec" /><Relationship Type="http://schemas.openxmlformats.org/officeDocument/2006/relationships/extended-properties" Target="/docProps/app.xml" Id="R2d1802394fbf49e5" /><Relationship Type="http://schemas.openxmlformats.org/officeDocument/2006/relationships/officeDocument" Target="/ppt/presentation.xml" Id="Rf5608afe9f814c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02878defe24c46"/>
  </p:sldMasterIdLst>
  <p:notesMasterIdLst>
    <p:notesMasterId xmlns:r="http://schemas.openxmlformats.org/officeDocument/2006/relationships" r:id="R4aaf7cd998ae4366"/>
  </p:notesMasterIdLst>
  <p:sldIdLst>
    <p:sldId xmlns:r="http://schemas.openxmlformats.org/officeDocument/2006/relationships" id="256" r:id="R3d1641bf17bf4b88"/>
    <p:sldId xmlns:r="http://schemas.openxmlformats.org/officeDocument/2006/relationships" id="257" r:id="Ra41d0f0e5c744821"/>
    <p:sldId xmlns:r="http://schemas.openxmlformats.org/officeDocument/2006/relationships" id="258" r:id="Rd897b4ded79c4c03"/>
    <p:sldId xmlns:r="http://schemas.openxmlformats.org/officeDocument/2006/relationships" id="259" r:id="R017fe0ff353240b8"/>
    <p:sldId xmlns:r="http://schemas.openxmlformats.org/officeDocument/2006/relationships" id="260" r:id="R8c9aec4316694a86"/>
    <p:sldId xmlns:r="http://schemas.openxmlformats.org/officeDocument/2006/relationships" id="261" r:id="R8b6511e97e6c49a4"/>
    <p:sldId xmlns:r="http://schemas.openxmlformats.org/officeDocument/2006/relationships" id="262" r:id="Rab5ad7209d774e2a"/>
    <p:sldId xmlns:r="http://schemas.openxmlformats.org/officeDocument/2006/relationships" id="263" r:id="R8cda801bd3ff40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0b4909d92e4481" /><Relationship Type="http://schemas.openxmlformats.org/officeDocument/2006/relationships/slideMaster" Target="/ppt/slideMasters/slideMaster1.xml" Id="R5502878defe24c46" /><Relationship Type="http://schemas.openxmlformats.org/officeDocument/2006/relationships/notesMaster" Target="/ppt/notesMasters/notesMaster1.xml" Id="R4aaf7cd998ae4366" /><Relationship Type="http://schemas.openxmlformats.org/officeDocument/2006/relationships/presProps" Target="/ppt/presProps.xml" Id="R0a35a026a0524214" /><Relationship Type="http://schemas.openxmlformats.org/officeDocument/2006/relationships/tableStyles" Target="/ppt/tableStyles.xml" Id="Rdaf94e9a95fe4b20" /><Relationship Type="http://schemas.openxmlformats.org/officeDocument/2006/relationships/slide" Target="/ppt/slides/slide1.xml" Id="R3d1641bf17bf4b88" /><Relationship Type="http://schemas.openxmlformats.org/officeDocument/2006/relationships/slide" Target="/ppt/slides/slide2.xml" Id="Ra41d0f0e5c744821" /><Relationship Type="http://schemas.openxmlformats.org/officeDocument/2006/relationships/slide" Target="/ppt/slides/slide3.xml" Id="Rd897b4ded79c4c03" /><Relationship Type="http://schemas.openxmlformats.org/officeDocument/2006/relationships/slide" Target="/ppt/slides/slide4.xml" Id="R017fe0ff353240b8" /><Relationship Type="http://schemas.openxmlformats.org/officeDocument/2006/relationships/slide" Target="/ppt/slides/slide5.xml" Id="R8c9aec4316694a86" /><Relationship Type="http://schemas.openxmlformats.org/officeDocument/2006/relationships/slide" Target="/ppt/slides/slide6.xml" Id="R8b6511e97e6c49a4" /><Relationship Type="http://schemas.openxmlformats.org/officeDocument/2006/relationships/slide" Target="/ppt/slides/slide7.xml" Id="Rab5ad7209d774e2a" /><Relationship Type="http://schemas.openxmlformats.org/officeDocument/2006/relationships/slide" Target="/ppt/slides/slide8.xml" Id="R8cda801bd3ff40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10373cc9b04f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b7b547b33c41c7" /><Relationship Type="http://schemas.openxmlformats.org/officeDocument/2006/relationships/notesMaster" Target="/ppt/notesMasters/notesMaster1.xml" Id="R99e90eaa6c6d43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fe68d4cdad453a" /><Relationship Type="http://schemas.openxmlformats.org/officeDocument/2006/relationships/notesMaster" Target="/ppt/notesMasters/notesMaster1.xml" Id="Rd16017b68fd342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fdeaddc08942a4" /><Relationship Type="http://schemas.openxmlformats.org/officeDocument/2006/relationships/notesMaster" Target="/ppt/notesMasters/notesMaster1.xml" Id="R0c1a12c0ac8149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bd73e527094dfa" /><Relationship Type="http://schemas.openxmlformats.org/officeDocument/2006/relationships/notesMaster" Target="/ppt/notesMasters/notesMaster1.xml" Id="Rf331ed727fe74a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87e0b149d44bdb" /><Relationship Type="http://schemas.openxmlformats.org/officeDocument/2006/relationships/notesMaster" Target="/ppt/notesMasters/notesMaster1.xml" Id="R1225136a0a8641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2708cee980472a" /><Relationship Type="http://schemas.openxmlformats.org/officeDocument/2006/relationships/notesMaster" Target="/ppt/notesMasters/notesMaster1.xml" Id="Rdc157913afca4e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bc8fd0394342d2" /><Relationship Type="http://schemas.openxmlformats.org/officeDocument/2006/relationships/notesMaster" Target="/ppt/notesMasters/notesMaster1.xml" Id="Rbc0b4478bbef44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eb4ff1e1774842" /><Relationship Type="http://schemas.openxmlformats.org/officeDocument/2006/relationships/notesMaster" Target="/ppt/notesMasters/notesMaster1.xml" Id="R6bd12407573a49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D:/微信/.../plan_latest.md — Paper-to-Strategy 与 Planner Benchmark 需求。</a:t>
            </a:r>
          </a:p>
          <a:p xmlns:a="http://schemas.openxmlformats.org/drawingml/2006/main">
            <a:r>
              <a:t>G:/deepcamp/Target/benchmark/goldset_context_relations.jsonl — 本次实现。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plan_latest.md §§8–9, 16, 18 — Evidence Independence、Direction Consistency、数据切分与 Planner Benchmark。</a:t>
            </a:r>
          </a:p>
          <a:p xmlns:a="http://schemas.openxmlformats.org/drawingml/2006/main">
            <a:r>
              <a:t>G:/deepcamp/Target/AGENTS.md — 必须保留 organism/tissue/cell type/disease stage 上下文。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G:/deepcamp/Target/schemas/context_relation_case.schema.json — 关系评测 Schema。</a:t>
            </a:r>
          </a:p>
          <a:p xmlns:a="http://schemas.openxmlformats.org/drawingml/2006/main">
            <a:r>
              <a:t>G:/deepcamp/Target/configs/disease_library.yaml — 疾病、上下文与证据分级锚点。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G:/deepcamp/Target/benchmark/goldset_context_relations.jsonl — 2026-08-07 生成统计：145 cases。</a:t>
            </a:r>
          </a:p>
          <a:p xmlns:a="http://schemas.openxmlformats.org/drawingml/2006/main">
            <a:r>
              <a:t>G:/deepcamp/Target/benchmark/generate_context_relation_goldset.py — 生成逻辑。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G:/deepcamp/Target/benchmark/generate_context_relation_goldset.py — disease-disjoint split 与 same-split donor。</a:t>
            </a:r>
          </a:p>
          <a:p xmlns:a="http://schemas.openxmlformats.org/drawingml/2006/main">
            <a:r>
              <a:t>G:/deepcamp/Target/benchmark/CONTEXT_RELATION_BENCHMARK.md — 负例边界与未来 paper/time split。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G:/deepcamp/Target/benchmark/generate_context_relation_goldset.py</a:t>
            </a:r>
          </a:p>
          <a:p xmlns:a="http://schemas.openxmlformats.org/drawingml/2006/main">
            <a:r>
              <a:t>G:/deepcamp/Target/benchmark/evaluate_context_relations.py</a:t>
            </a:r>
          </a:p>
          <a:p xmlns:a="http://schemas.openxmlformats.org/drawingml/2006/main">
            <a:r>
              <a:t>G:/deepcamp/Target/schemas/context_relation_case.schema.json</a:t>
            </a:r>
          </a:p>
          <a:p xmlns:a="http://schemas.openxmlformats.org/drawingml/2006/main">
            <a:r>
              <a:t>G:/deepcamp/Target/benchmark/CONTEXT_RELATION_BENCHMARK.md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verification, 2026-08-07: python -m pytest -q — 81 passed, 4 skipped。</a:t>
            </a:r>
          </a:p>
          <a:p xmlns:a="http://schemas.openxmlformats.org/drawingml/2006/main">
            <a:r>
              <a:t>Local verification: python benchmark/generate_context_relation_goldset.py --check — 145 cases, current。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plan_latest.md §§17–19, 27 — Extractor/Planner/E2E Benchmark 路线。</a:t>
            </a:r>
          </a:p>
          <a:p xmlns:a="http://schemas.openxmlformats.org/drawingml/2006/main">
            <a:r>
              <a:t>G:/deepcamp/Target/benchmark/CONTEXT_RELATION_BENCHMARK.md — 当前版本限制与扩展方向。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a567ce9cc348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64273c7c5e4990" /><Relationship Type="http://schemas.openxmlformats.org/officeDocument/2006/relationships/slideLayout" Target="/ppt/slideLayouts/slideLayout1.xml" Id="R8745ea1be25d4a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45ea1be25d4a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664b9fe4246d5" /><Relationship Type="http://schemas.openxmlformats.org/officeDocument/2006/relationships/notesSlide" Target="/ppt/notesSlides/notesSlide1.xml" Id="R739352b3f4ce4e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0a3e18b524d06" /><Relationship Type="http://schemas.openxmlformats.org/officeDocument/2006/relationships/notesSlide" Target="/ppt/notesSlides/notesSlide2.xml" Id="Rac110c0ec9f443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8796c5c7954c9d" /><Relationship Type="http://schemas.openxmlformats.org/officeDocument/2006/relationships/notesSlide" Target="/ppt/notesSlides/notesSlide3.xml" Id="Ra9a7de0397a34b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088a2f61a4d6a" /><Relationship Type="http://schemas.openxmlformats.org/officeDocument/2006/relationships/notesSlide" Target="/ppt/notesSlides/notesSlide4.xml" Id="Rec81b69f0c4345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03fa35b0c4bd3" /><Relationship Type="http://schemas.openxmlformats.org/officeDocument/2006/relationships/notesSlide" Target="/ppt/notesSlides/notesSlide5.xml" Id="R6a557bb46ffb4b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3d5bd2166411e" /><Relationship Type="http://schemas.openxmlformats.org/officeDocument/2006/relationships/notesSlide" Target="/ppt/notesSlides/notesSlide6.xml" Id="Red528331af4246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1f74a92a946b7" /><Relationship Type="http://schemas.openxmlformats.org/officeDocument/2006/relationships/notesSlide" Target="/ppt/notesSlides/notesSlide7.xml" Id="R494d1d0a387d40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c0a6447464030" /><Relationship Type="http://schemas.openxmlformats.org/officeDocument/2006/relationships/notesSlide" Target="/ppt/notesSlides/notesSlide8.xml" Id="R1c686be4fd1e41d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84D95E90-0CC4-42D9-9184-DEE782D5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让靶点关系
带上生物学上下文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83FBDDEB-FD8E-4CC7-A338-AF253A44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疾病 × 靶点 × 细胞类型 × 组织 × 时期｜首版实现与验证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E932045-C726-457D-9CD4-DD734440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Target · 评测集增强</a:t>
            </a:r>
          </a:p>
        </p:txBody>
      </p:sp>
    </p:spTree>
    <p:extLst>
      <p:ext uri="{BB962C8B-B14F-4D97-AF65-F5344CB8AC3E}">
        <p14:creationId xmlns:p14="http://schemas.microsoft.com/office/powerpoint/2010/main" val="14706190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6182A84-937C-46B2-9110-78DA24A8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4022271-E756-494B-A729-AD99D9C7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仅看“疾病—靶点”会丢失最关键的条件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BDBB5AA4-C8CE-4F1D-B396-57BE8AC0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固定标签的问题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同一靶点在不同组织、细胞类型与疾病时期中，证据强度和方向可能不同。无条件正负标签容易把相关性写成因果。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354C5B11-9AFE-4597-AF3D-217BCBB7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本次评测的目标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不仅判断靶点是否是疾病锚点，还判断 Agent 是否保留上下文、识别缺失与错配，并守住结论边界。</a:t>
            </a:r>
          </a:p>
        </p:txBody>
      </p:sp>
    </p:spTree>
    <p:extLst>
      <p:ext uri="{BB962C8B-B14F-4D97-AF65-F5344CB8AC3E}">
        <p14:creationId xmlns:p14="http://schemas.microsoft.com/office/powerpoint/2010/main" val="17213673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8472A218-36DC-42B9-A4B8-F6AD3C4D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81191065-508A-446A-BCB0-CD367F67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一条样本同时表达关系、上下文与行为边界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7735F72B-4064-448A-BDCA-E4C36C9F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关系主体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疾病名称 + MONDO/EFO ID
候选靶点 + 证据等级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062F00F-A87C-4570-B74F-FD3E57FF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生物学上下文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organism · tissue · cell type
disease stage · desired phenotype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93836857-10ED-4F63-A80C-20E39312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可判定 Gold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supported anchor / complete
insufficient context / mismatch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58F8EF5-9048-4261-A732-B8A58D40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安全边界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required actions + forbidden claims
每条关系保留 provenance</a:t>
            </a:r>
          </a:p>
        </p:txBody>
      </p:sp>
    </p:spTree>
    <p:extLst>
      <p:ext uri="{BB962C8B-B14F-4D97-AF65-F5344CB8AC3E}">
        <p14:creationId xmlns:p14="http://schemas.microsoft.com/office/powerpoint/2010/main" val="5310585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706F89B1-ACED-4675-92D4-44A5FF76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48589B07-478D-4B78-88D3-EF9D485A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6B7F298F-F06D-4F26-B6C6-73B249CA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988A0B5A-6776-4508-A9E4-E1FE94AF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8E5B1551-49D5-4044-8DB6-0EC37F3A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首版 145 条样本，覆盖 18 个疾病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717AF2D-CF55-434B-93FA-0FCDDB89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评测样本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EBEDA5B-942E-4BEB-BFF7-2F967E3D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关系维度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AA0D2892-BBA1-44DF-99B4-985A2C31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疾病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7098A0DF-461C-4FC1-A4F4-F522299F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145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7974D1B2-8417-4DD3-9A4B-3C110B08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475BB34E-056D-4CDE-96B7-3B869B77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51025231-4BB9-4659-8632-8A12C3B0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数据组成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73 条疾病—靶点锚点；72 条条件化关系题。条件题按疾病等权，覆盖完整上下文、缺失细胞类型、组织置换与时期置换。</a:t>
            </a:r>
          </a:p>
        </p:txBody>
      </p:sp>
    </p:spTree>
    <p:extLst>
      <p:ext uri="{BB962C8B-B14F-4D97-AF65-F5344CB8AC3E}">
        <p14:creationId xmlns:p14="http://schemas.microsoft.com/office/powerpoint/2010/main" val="18172564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C654C243-15BB-4ABF-9794-4B918E3C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B6A189B9-6F15-415B-9286-D1A54DF5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防泄漏设计从疾病层开始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5F2B21E0-8587-4EC2-BFFD-8C363D38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4945E676-3CE7-4874-ACD1-46C15B6D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4DFE47E3-466D-4EC8-B669-47754ACF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372EFEFF-99D2-4A9A-9062-E4BD8991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BF0C66E7-01B7-433E-B23B-B997AC32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疾病不跨 split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同一疾病的所有靶点与上下文变体只进入 train、validation 或 test 之一。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13FF723B-C8FA-4116-8916-BDEC303A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48916A8B-6A7F-49CA-9938-B86E8396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扰动不借用盲测上下文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组织与时期的 donor 只从同一 split 选择，避免训练样本泄露留出疾病的标准上下文。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BEC31B16-8276-400E-9D54-FC632B2A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71AB3E67-75B4-482C-9B74-B9998D0F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不制造伪负例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不把其他疾病的靶点直接标成负例；多效性让这种 hard negative 缺乏科学依据。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7D8FFFEB-6636-4698-88BC-CF689F09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上下文隔离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01145316-2515-425B-B0DA-886BFD25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实体隔离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4C032BB7-8ECC-45CA-A649-D222C035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标签克制</a:t>
            </a:r>
          </a:p>
        </p:txBody>
      </p:sp>
    </p:spTree>
    <p:extLst>
      <p:ext uri="{BB962C8B-B14F-4D97-AF65-F5344CB8AC3E}">
        <p14:creationId xmlns:p14="http://schemas.microsoft.com/office/powerpoint/2010/main" val="44378081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A3D383D-204E-4E6E-BD7D-A77D73D3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CEF45B1-2E88-42D8-9C98-EB7FC888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评测资产已形成可复现闭环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85AE2415-425A-4322-84FE-006DEAA4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数据与合同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确定性生成器产出 byte-stable JSONL；JSON Schema 约束字段、标签、行为和 provenance；README 说明使用与边界。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E5DC6204-93C5-4321-B734-587044FC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评分与质量门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规则评分器输出 coverage、label accuracy、required-action recall、forbidden-claim safety，并按任务家族拆分。</a:t>
            </a:r>
          </a:p>
        </p:txBody>
      </p:sp>
    </p:spTree>
    <p:extLst>
      <p:ext uri="{BB962C8B-B14F-4D97-AF65-F5344CB8AC3E}">
        <p14:creationId xmlns:p14="http://schemas.microsoft.com/office/powerpoint/2010/main" val="16304489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7A0986D8-56A4-434D-8769-DBEC4485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D0C2DD09-AE71-4F12-AB7E-444A3D33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80217394-85E3-40CF-B56E-62B18426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ABFB9902-62A0-4C88-A819-CB0C33CE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924433E2-0D46-4EFB-B9F7-9A6DE320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代码验证完成，现有能力未回归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B0D520DA-E5BD-486C-9CC1-91BD6D748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tests passed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32515AA-AE57-430E-9C99-256EB565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新增测试通过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38D94720-B418-41AA-B118-B427EB8C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skipped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753EB883-11AF-43AD-BC99-B8DB76BF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81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3162AEC4-EF53-4D86-BB53-0EF1F2F8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6CF2125E-57A9-49C6-A891-FB15D1A9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10FB02A6-EB55-401D-B795-21002F23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验证结果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Goldset 重新生成后字节一致；145 条样本逐条通过 Schema 校验；疾病不跨 split；完美预测基准得分为 1.0；全量 pytest 通过。</a:t>
            </a:r>
          </a:p>
        </p:txBody>
      </p:sp>
    </p:spTree>
    <p:extLst>
      <p:ext uri="{BB962C8B-B14F-4D97-AF65-F5344CB8AC3E}">
        <p14:creationId xmlns:p14="http://schemas.microsoft.com/office/powerpoint/2010/main" val="8870363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795A0DEA-BB1F-4060-8527-52672136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先用它测 Planner
再扩展论文级 Gold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9369E61F-7A47-458D-9C50-A35033E8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① 接入 Agent 输出适配器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② 增加 PMID/DOI 与方向证据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③ 形成 paper-level + time split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6F7034CF-7751-4F56-A3D8-383FB3A8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下一步</a:t>
            </a:r>
          </a:p>
        </p:txBody>
      </p:sp>
    </p:spTree>
    <p:extLst>
      <p:ext uri="{BB962C8B-B14F-4D97-AF65-F5344CB8AC3E}">
        <p14:creationId xmlns:p14="http://schemas.microsoft.com/office/powerpoint/2010/main" val="20219293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2026-08-07T06:42:18.1330000Z</dcterms:created>
  <dcterms:modified xsi:type="dcterms:W3CDTF">2026-08-07T06:42:18.1330000Z</dcterms:modified>
</coreProperties>
</file>